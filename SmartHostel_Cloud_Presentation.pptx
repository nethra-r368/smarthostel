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CLOUD COMPUTING &amp; DBMS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SmartHostel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Next-Gen Enterprise Campus Living on Hybrid Multi-Cloud (Azure + Render)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10362895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</a:rPr>
              <a:t>•  Architecture: </a:t>
            </a:r>
            <a:r>
              <a:rPr sz="1500">
                <a:solidFill>
                  <a:srgbClr val="E2E8F0"/>
                </a:solidFill>
              </a:rPr>
              <a:t>Hybrid Multi-Cloud (Azure Managed PostgreSQL + Render Compute &amp; Edge CDN)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</a:rPr>
              <a:t>•  Key Technologies: </a:t>
            </a:r>
            <a:r>
              <a:rPr sz="1500">
                <a:solidFill>
                  <a:srgbClr val="E2E8F0"/>
                </a:solidFill>
              </a:rPr>
              <a:t>FastAPI, PostgreSQL 18, React 19, Vite, Tailwind CSS, SQLAlchemy, JWT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</a:rPr>
              <a:t>•  Core Focus: </a:t>
            </a:r>
            <a:r>
              <a:rPr sz="1500">
                <a:solidFill>
                  <a:srgbClr val="E2E8F0"/>
                </a:solidFill>
              </a:rPr>
              <a:t>Relational Integrity, Cross-Cloud Networking, IaC Automation, Scalability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8BDF8"/>
                </a:solidFill>
              </a:rPr>
              <a:t>•  Presented By: </a:t>
            </a:r>
            <a:r>
              <a:rPr sz="1500">
                <a:solidFill>
                  <a:srgbClr val="E2E8F0"/>
                </a:solidFill>
              </a:rPr>
              <a:t>SmartHostel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Modernizing Legacy Hostel Administration with Cloud-Native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16636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</a:defRPr>
            </a:pPr>
            <a:r>
              <a:t>Challenges in Legacy Operations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Manual Paper Logs: Gate passes, night out logs, and attendance prone to loss and falsification.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Uncoordinated Maintenance: Slow complaint resolution with zero real-time status visibility for residents.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Financial Inaccuracies: Manual fee ledger bookkeeping causes untracked dues and reconciliation delays.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Data Fragmentation: Disconnected spreadsheets with no automated transactional integrity.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1663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16636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19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</a:defRPr>
            </a:pPr>
            <a:r>
              <a:t>The SmartHostel Cloud Solution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Unified Real-Time Platform: Single web application serving Students, Wardens, Accountants, and Admins.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Relational Data Integrity: ACID transactions, stored procedures, and triggers enforced at DB tier.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Automated Financial Invoicing: Automated dues computation, instant receipts, and defaulter tracking.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Hybrid Cloud Availability: 99.9% uptime with cloud database resilience and continuous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FULL-STACK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Engineering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Decoupled, High-Performance 3-Tier Web Application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Frontend Presentation Tier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React 19 &amp; Vite: Sub-second hot reloading, ultra-compact production bundle (&lt;300KB).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Tailwind CSS &amp; Lucide Icons: Responsive, mobile-first design with dynamic role dashboards.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SPA Client-Side Routing: Instant view transitions with client-side JWT token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Backend Application Tier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Python FastAPI: Asynchronous ASGI framework delivering high throughput and low latency.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SQLAlchemy 2.0 &amp; Pydantic: Strict schema validation and typed relational queries.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JWT &amp; Bcrypt Security: Role-based access control (RBAC) protecting all CRUD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Managed Database Tier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PostgreSQL Engine: Relational storage engine with native JSON, datetime, and constraint support.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Connection Pooling: SQLAlchemy SessionLocal pool with resilient query lifecycle management.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SSL/TLS Encrypted Transit: Enforced SSL mode for all database driver handshakes.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DATABASE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Relational DBMS Logic: Procedures, Triggers &amp;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Zero-Loss Business Rules Enforced Directly Within PostgreSQL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Stored Procedures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sp_allocate_room(): Atomically assigns student to bed, verifies hostel gender policy, and checks capacity.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sp_generate_fee_invoice(): Computes per-semester mess and room rent, setting strict due dates.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sp_record_payment(): Records transaction ID, verifies amount, and settles invoice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Automated Triggers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trg_update_room_occupancy: Increments/decrements occupied bed count upon allocation or vacation.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trg_auto_gate_pass_status: Automatically transitions active out-pass to 'RETURNED' on gate checkout.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trg_audit_status_change: Writes timestamped complaint progression logs for SLA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Relational Views &amp; Analytics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vw_hostel_occupancy_report: Aggregates total beds, vacancies, and occupancy rates per block.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vw_fee_defaulters_list: Instantly isolates delinquent accounts with pending dues past due date.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vw_complaint_summary: Visualizes pending, in-progress, and resolved service tickets.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ROLE-BASED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Roles, Dashboards &amp; Daily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Strictly Segregated Portals Tailored to Campus Stakeholders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Student Portal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Room details &amp; roommate profile view.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Maintenance complaints with priority levels.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Digital leave/out-pass requests with gate QR.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Fee breakdown &amp; transaction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Warden Portal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Dynamic room allocation &amp; student vacating.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Complaint resolution tracking &amp; action remarks.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One-click leave approval/rejection queue.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Visitor check-in/checkout &amp; night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Accountant &amp; Admin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Accountant: Fee structure setup, batch invoices, offline/online payment logging, defaulters.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Admin: Comprehensive occupancy reports, hostel block creation, staff user provisioning.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CLOUD ARCHITECTURE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Hybrid Multi-Cloud Model: Azure Database + Render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Leveraging Best-of-Breed Cloud Providers for Optimal Performance and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Why a Hybrid Multi-Cloud Model?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Separation of Concerns: Stateful database tier isolated from stateless compute layer.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Cost &amp; Credit Efficiency: Pairs enterprise cloud credits (Azure for Students) with developer-friendly container hosting (Render).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Zero Vendor Lock-In: Modular architecture allows swapping API or DB providers with zero code rewrites.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Stateful Tier: Azure PostgreSQL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Azure Flexible Server: Hosted on Microsoft Azure enterprise cloud (`dbhostel.postgres.database.azure.com`).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High Durability: Enterprise SSD storage, automatic failover, and point-in-time recovery (PITR).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Predictable Compute: Burstable B-series compute profile scaled for student workloads.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Stateless Tier: Render Cloud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FastAPI Container Web Service: Auto-scaling Linux worker running Uvicorn ASGI with health checks.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Global Edge CDN: Frontend static assets distributed worldwide for sub-50ms latency.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Automated SSL: Managed Let's Encrypt TLS termination for both API and frontend domains.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CLOUD ARCHITECTURE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Cloud Networking, Security &amp; High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Defense-in-Depth Across Cross-Cloud Communication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Cross-Cloud Network Security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Firewall Isolation: Azure PostgreSQL restricts access via firewall rules (Azure services &amp; whitelisted IPs).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Mandatory TLS 1.3: Database connections enforce `sslmode=require` over port 5432.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Zero Public Data Exposure: All internal database tables strictly isolated behind authenticated API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Identity &amp; Secret Management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Environment Secret Injection: `DATABASE_URL` and `JWT_SECRET` never stored in code or git.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Cryptographic Tokens: Stateless JWT authentication signed with HMAC-SHA256.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Strict CORS Policy: Cross-Origin Resource Sharing permits only trusted Render and Azure domains.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Disaster Recovery &amp; Resiliency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Automated Cloud Backups: Daily automated database snapshots with retention windows.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Fault Isolation: Compute failures on Render do not affect database state or integrity on Azure.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Liveness Probes: Continuous health checks ensure auto-restart of failed containers.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CLOUD ARCHITECTURE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DevOps, Infrastructure as Code (IaC) &amp;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Declarative Cloud Automation from Git Commit to Live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Infrastructure as Code (IaC)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render.yaml Blueprint: Entire multi-service cloud topology defined declaratively in version control.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Automated Provisioning: 1-click creation of Web Service, Static Site, and DB bindings.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Repeatable Environments: Identical staging and production setups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CI/CD Deployment Pipeline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Git-Triggered Deployments: Pushes to `main` branch trigger immediate cloud webhooks.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Automated Dependency Builds: Python wheels (`requirements.txt`) and Node packages installed automatically.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Zero-Downtime Rolling Updates: New container boots and health-checks before old container retires.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Cloud Observability &amp; Monitoring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Real-Time Log Streaming: Ingests stdout/stderr from Uvicorn API server for rapid debugging.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Resource Metrics: Monitors CPU, Memory, and Network I/O in real time.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Interactive Swagger Docs: Live interactive API explorer available at `/docs`.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EVALUATION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Performance, Metrics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Demonstrating Measurable Operational Improvements and Cloud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6499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Operational Efficiency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90% reduction in manual paper logging for gate passes and visitors.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Average complaint turnaround dropped from 48 hours to under 6 hours.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Real-time attendance tracking gives wardens instant headcount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3364992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18CF8"/>
                </a:solidFill>
              </a:defRPr>
            </a:pPr>
            <a:r>
              <a:t>Technical Performance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API Response Times: Sub-120ms average response time across all core endpoints.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Frontend Load Speed: &lt;1.2s First Contentful Paint via Render global edge CDN.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Zero Reconciliation Errors: Stored procedures eliminated all fee payment discrepancies.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74519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74519"/>
            <a:ext cx="3364992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2103119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4D399"/>
                </a:solidFill>
              </a:defRPr>
            </a:pPr>
            <a:r>
              <a:t>Cost &amp; Scalability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Zero Initial Infrastructure Cost: Deployed on free cloud tiers with enterprise scalability.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Horizontal Scaling Ready: Stateless API workers can scale across multiple container instances.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 Storage Optimization: Compact PostgreSQL relational footprint with indexed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Architectural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Production-Ready Cloud DBMS Solution with Endless Expansion Potential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16636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19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Key Accomplishments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Delivered a full-stack, enterprise-grade hostel management solution.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Successfully architected and deployed a resilient Hybrid Multi-Cloud system (Azure + Render).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Enforced deep relational database integrity using PostgreSQL triggers and procedures.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Established automated CI/CD pipelines and declarative Infrastructure as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1663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16636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19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</a:defRPr>
            </a:pPr>
            <a:r>
              <a:t>Future Architectural Roadmap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IoT Gate Turnstile Integration: RFID &amp; Biometric cloud sync for automated gate logging.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AI Predictive Maintenance: ML model predicting equipment failure from complaint history.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Parent Mobile App &amp; SMS Gateway: Automated Twilio SMS alerts for approved leaves.</a:t>
            </a:r>
          </a:p>
          <a:p>
            <a:pPr>
              <a:spcAft>
                <a:spcPts val="1000"/>
              </a:spcAft>
              <a:defRPr sz="1350">
                <a:solidFill>
                  <a:srgbClr val="E2E8F0"/>
                </a:solidFill>
              </a:defRPr>
            </a:pPr>
            <a:r>
              <a:t>•  Azure Kubernetes Service (AKS): Transitioning to container orchestration for multi-campus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SmartHostel Management System  |  Hybrid Cloud Presentation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